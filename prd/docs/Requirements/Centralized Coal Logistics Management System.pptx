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66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661E3-C96F-4ED6-A4BE-9C30925EF00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5726-420C-4020-BEEB-C5D85C0ECF5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093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661E3-C96F-4ED6-A4BE-9C30925EF00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5726-420C-4020-BEEB-C5D85C0EC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95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661E3-C96F-4ED6-A4BE-9C30925EF00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5726-420C-4020-BEEB-C5D85C0ECF5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356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661E3-C96F-4ED6-A4BE-9C30925EF00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5726-420C-4020-BEEB-C5D85C0EC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808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661E3-C96F-4ED6-A4BE-9C30925EF00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5726-420C-4020-BEEB-C5D85C0EC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770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661E3-C96F-4ED6-A4BE-9C30925EF00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5726-420C-4020-BEEB-C5D85C0EC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576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661E3-C96F-4ED6-A4BE-9C30925EF00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5726-420C-4020-BEEB-C5D85C0EC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065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5C661E3-C96F-4ED6-A4BE-9C30925EF00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6F5726-420C-4020-BEEB-C5D85C0EC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39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661E3-C96F-4ED6-A4BE-9C30925EF00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5726-420C-4020-BEEB-C5D85C0EC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304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661E3-C96F-4ED6-A4BE-9C30925EF00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5726-420C-4020-BEEB-C5D85C0EC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659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661E3-C96F-4ED6-A4BE-9C30925EF00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5726-420C-4020-BEEB-C5D85C0EC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416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5C661E3-C96F-4ED6-A4BE-9C30925EF00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E6F5726-420C-4020-BEEB-C5D85C0ECF5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186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97CF8-1D91-95F8-EBEA-86A887CCCF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600" b="1" dirty="0"/>
              <a:t>Centralized Coal Logistics Management System</a:t>
            </a:r>
            <a:endParaRPr lang="en-IN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71AAE1-4462-43DE-3621-710BA6C912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IN" i="1" dirty="0"/>
              <a:t>Mine → Railway Siding → Power Plant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D3FD26-2FD1-D732-EE74-E660B3049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19" b="37850"/>
          <a:stretch>
            <a:fillRect/>
          </a:stretch>
        </p:blipFill>
        <p:spPr>
          <a:xfrm>
            <a:off x="10325287" y="133862"/>
            <a:ext cx="1660786" cy="4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049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5607C-6B1B-9E4D-FFC8-F7455B28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CURRENT SCENARIO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21231-CDC0-9E72-501C-39D0C37C3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Current Working Model</a:t>
            </a: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Coal dispatch data maintained in </a:t>
            </a:r>
            <a:r>
              <a:rPr lang="en-IN" b="1" dirty="0"/>
              <a:t>multiple Excel sheets</a:t>
            </a: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Separate files for: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IN" dirty="0"/>
              <a:t>Mine DPR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IN" dirty="0"/>
              <a:t>Siding loading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IN" dirty="0"/>
              <a:t>Rake-wise RR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IN" dirty="0"/>
              <a:t>Penalties &amp; reconciliation</a:t>
            </a:r>
          </a:p>
          <a:p>
            <a:pPr marL="0" indent="0">
              <a:buNone/>
            </a:pPr>
            <a:r>
              <a:rPr lang="en-IN" b="1" dirty="0"/>
              <a:t>Key Issues</a:t>
            </a: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No centralized visibility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Manual reconciliation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High dependency on individuals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Delayed identification of penalties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265DF-CEAD-84A9-3544-40BBF40D0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19" b="37850"/>
          <a:stretch>
            <a:fillRect/>
          </a:stretch>
        </p:blipFill>
        <p:spPr>
          <a:xfrm>
            <a:off x="10325287" y="133862"/>
            <a:ext cx="1660786" cy="4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528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51725-131B-4E20-D189-C876B417E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CHALLENGES &amp; RISKS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1A206-5918-0746-13A1-9CF3DB250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Operational Challenges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Difficult to track coal movement end-to-end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No real-time siding stock visibility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Rake planning not linked with actual stock</a:t>
            </a:r>
          </a:p>
          <a:p>
            <a:pPr marL="0" indent="0">
              <a:buNone/>
            </a:pPr>
            <a:r>
              <a:rPr lang="en-IN" b="1" dirty="0"/>
              <a:t>Financial &amp; Compliance Risks</a:t>
            </a:r>
            <a:endParaRPr lang="en-IN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Demurrage &amp; overloading penalties identified late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Risk of data mismatch during audits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Time-consuming management reporting</a:t>
            </a:r>
          </a:p>
          <a:p>
            <a:pPr marL="0" indent="0">
              <a:buNone/>
            </a:pPr>
            <a:r>
              <a:rPr lang="en-IN" b="1" dirty="0"/>
              <a:t>Excel-based control is no longer scalable or audit-safe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58D501-DE6A-B3C4-1F21-059C3346B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19" b="37850"/>
          <a:stretch>
            <a:fillRect/>
          </a:stretch>
        </p:blipFill>
        <p:spPr>
          <a:xfrm>
            <a:off x="10325287" y="133862"/>
            <a:ext cx="1660786" cy="4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310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2CD1F-2EAC-CB77-A052-009E303E1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PROPOSED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505D7-E0A1-494C-CB21-5DE23A31D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We are going to replace multiple Excel-based records with a single centralized web portal to manage the end-to-end coal movement from mines to railway sidings in Jharkhand and further to power plants in West Bengal.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Coal dispatch from mines by road (truck-wise DPR)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Receipt and stock management at railway sidings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Rake planning, wagon-wise loading, and weighment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Railway Receipt (RR), freight, GST, and other charges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Rail transit and power plant receipt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Automatic reconciliation, penalty calculation, and MIS reporting.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CC34A5-54D9-96F7-F4F6-EE8AE9726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19" b="37850"/>
          <a:stretch>
            <a:fillRect/>
          </a:stretch>
        </p:blipFill>
        <p:spPr>
          <a:xfrm>
            <a:off x="10325287" y="133862"/>
            <a:ext cx="1660786" cy="4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658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23FA-BA34-CCF6-6572-00D100CE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END-TO-END PROCESS 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EF4C9-2C4F-3250-775C-A4C6D7792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System Covers Entire Lifecycle</a:t>
            </a:r>
            <a:endParaRPr lang="en-IN" dirty="0"/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Mine dispatch by road (DPR)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Railway siding receipt, despatch and stock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Rake planning &amp; demand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Wagon-wise loading &amp; weighment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Railway Receipt (RR)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Rail transit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Power plant receipt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Reconciliation &amp; penalties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MIS &amp; dashboards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CF1639-5584-C36D-9E0D-18F87D3AE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19" b="37850"/>
          <a:stretch>
            <a:fillRect/>
          </a:stretch>
        </p:blipFill>
        <p:spPr>
          <a:xfrm>
            <a:off x="10325287" y="133862"/>
            <a:ext cx="1660786" cy="4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789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975B-9195-506E-C3F2-297864DD2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PENALTY CONTROL MECHANISM </a:t>
            </a:r>
            <a:br>
              <a:rPr lang="en-IN" b="1" dirty="0"/>
            </a:br>
            <a:r>
              <a:rPr lang="en-IN" sz="3600" b="1" dirty="0"/>
              <a:t>(KEY BENEFIT)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8325D-4F95-BE3C-D6C4-FD21B9FB5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Current Situation</a:t>
            </a: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Penalties known </a:t>
            </a:r>
            <a:r>
              <a:rPr lang="en-IN" b="1" dirty="0"/>
              <a:t>after RR received</a:t>
            </a: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No preventive control</a:t>
            </a:r>
          </a:p>
          <a:p>
            <a:pPr marL="0" indent="0">
              <a:buNone/>
            </a:pPr>
            <a:r>
              <a:rPr lang="en-IN" b="1" dirty="0"/>
              <a:t>Proposed System</a:t>
            </a: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Live demurrage timer at siding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Wagon overloading alerts before dispatch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Auto-calculation based on railway rules</a:t>
            </a:r>
          </a:p>
          <a:p>
            <a:pPr marL="0" indent="0">
              <a:buNone/>
            </a:pPr>
            <a:r>
              <a:rPr lang="en-IN" b="1" dirty="0"/>
              <a:t>System helps in preventing penalties, not just recording them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F1ACCA-5A5A-FEBF-67E6-85E026687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19" b="37850"/>
          <a:stretch>
            <a:fillRect/>
          </a:stretch>
        </p:blipFill>
        <p:spPr>
          <a:xfrm>
            <a:off x="10325287" y="133862"/>
            <a:ext cx="1660786" cy="4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59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AED55-DD81-44D9-C646-2A13F0CF5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RECONCILIATION &amp; AUDIT READINESS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2D153-F5D5-CF15-35E8-07724242C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Automatic Reconciliation Between:</a:t>
            </a: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Mine dispatch vs siding receipt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Siding receipt vs rake loading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Rake loading vs RR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RR vs power plant receipt</a:t>
            </a:r>
          </a:p>
          <a:p>
            <a:pPr marL="0" indent="0">
              <a:buNone/>
            </a:pPr>
            <a:r>
              <a:rPr lang="en-IN" b="1" dirty="0"/>
              <a:t>Audit Advantages</a:t>
            </a: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Single source of truth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Locked data after RR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Complete document trail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User activity logs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FD7B4C-1870-C3DF-5B0B-29EF4C0A2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19" b="37850"/>
          <a:stretch>
            <a:fillRect/>
          </a:stretch>
        </p:blipFill>
        <p:spPr>
          <a:xfrm>
            <a:off x="10325287" y="133862"/>
            <a:ext cx="1660786" cy="4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528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C6FA9-99D2-4BA9-A756-9710BA013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MANAGEMENT DASHBOARD &amp; MIS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A082E-D2F3-F49B-018C-939708809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Real-Time Visibility</a:t>
            </a: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Daily &amp; monthly dispatch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Siding-wise performance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Rake turnaround time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Penalty trend analysis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Plant-wise coal supply</a:t>
            </a:r>
          </a:p>
          <a:p>
            <a:pPr marL="0" indent="0">
              <a:buNone/>
            </a:pPr>
            <a:r>
              <a:rPr lang="en-IN" b="1" dirty="0"/>
              <a:t>Management Benefit</a:t>
            </a: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Faster decisions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Accurate reporting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Zero manual compilation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AA36E1-9EDB-8DB9-F522-C99D317F4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19" b="37850"/>
          <a:stretch>
            <a:fillRect/>
          </a:stretch>
        </p:blipFill>
        <p:spPr>
          <a:xfrm>
            <a:off x="10325287" y="133862"/>
            <a:ext cx="1660786" cy="4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944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1D187-46C2-EB48-084F-89B7693E7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BENEFITS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BC20B-0F83-1DE3-AAD2-CD607FF4B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Tangible Benefits</a:t>
            </a: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Reduction in demurrage &amp; overloading penalties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Faster reconciliation &amp; billing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Reduced manpower dependency</a:t>
            </a:r>
          </a:p>
          <a:p>
            <a:pPr marL="0" indent="0">
              <a:buNone/>
            </a:pPr>
            <a:r>
              <a:rPr lang="en-IN" b="1" dirty="0"/>
              <a:t>Intangible Benefits</a:t>
            </a: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Better operational discipline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Accountability at every level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Scalable for future expansion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A714EA-39C6-21ED-B3A6-C8CADAC5A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19" b="37850"/>
          <a:stretch>
            <a:fillRect/>
          </a:stretch>
        </p:blipFill>
        <p:spPr>
          <a:xfrm>
            <a:off x="10325287" y="133862"/>
            <a:ext cx="1660786" cy="4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36828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159</TotalTime>
  <Words>386</Words>
  <Application>Microsoft Office PowerPoint</Application>
  <PresentationFormat>Widescreen</PresentationFormat>
  <Paragraphs>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Calibri Light</vt:lpstr>
      <vt:lpstr>Courier New</vt:lpstr>
      <vt:lpstr>Wingdings</vt:lpstr>
      <vt:lpstr>Retrospect</vt:lpstr>
      <vt:lpstr>Centralized Coal Logistics Management System</vt:lpstr>
      <vt:lpstr>CURRENT SCENARIO</vt:lpstr>
      <vt:lpstr>CHALLENGES &amp; RISKS</vt:lpstr>
      <vt:lpstr>PROPOSED PROJECT</vt:lpstr>
      <vt:lpstr>END-TO-END PROCESS FLOW</vt:lpstr>
      <vt:lpstr>PENALTY CONTROL MECHANISM  (KEY BENEFIT)</vt:lpstr>
      <vt:lpstr>RECONCILIATION &amp; AUDIT READINESS</vt:lpstr>
      <vt:lpstr>MANAGEMENT DASHBOARD &amp; MIS</vt:lpstr>
      <vt:lpstr>BENEFITS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Surthy shiva Kumar</dc:creator>
  <cp:lastModifiedBy>Surthy shiva Kumar</cp:lastModifiedBy>
  <cp:revision>3</cp:revision>
  <dcterms:created xsi:type="dcterms:W3CDTF">2025-12-27T11:07:59Z</dcterms:created>
  <dcterms:modified xsi:type="dcterms:W3CDTF">2026-01-06T05:12:01Z</dcterms:modified>
</cp:coreProperties>
</file>